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6" r:id="rId2"/>
    <p:sldId id="315" r:id="rId3"/>
    <p:sldId id="338" r:id="rId4"/>
    <p:sldId id="339" r:id="rId5"/>
    <p:sldId id="28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8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-365" y="-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mmadiarchana@gmail.com" userId="c6964b16615617ec" providerId="LiveId" clId="{6A44F022-11D7-4489-B15A-36EDDB4472D0}"/>
    <pc:docChg chg="modSld">
      <pc:chgData name="bommadiarchana@gmail.com" userId="c6964b16615617ec" providerId="LiveId" clId="{6A44F022-11D7-4489-B15A-36EDDB4472D0}" dt="2026-08-03T17:09:54.669" v="9" actId="1076"/>
      <pc:docMkLst>
        <pc:docMk/>
      </pc:docMkLst>
      <pc:sldChg chg="addSp modSp mod">
        <pc:chgData name="bommadiarchana@gmail.com" userId="c6964b16615617ec" providerId="LiveId" clId="{6A44F022-11D7-4489-B15A-36EDDB4472D0}" dt="2026-08-03T17:08:39.061" v="5" actId="14100"/>
        <pc:sldMkLst>
          <pc:docMk/>
          <pc:sldMk cId="1352302392" sldId="335"/>
        </pc:sldMkLst>
        <pc:picChg chg="add mod">
          <ac:chgData name="bommadiarchana@gmail.com" userId="c6964b16615617ec" providerId="LiveId" clId="{6A44F022-11D7-4489-B15A-36EDDB4472D0}" dt="2026-08-03T17:08:39.061" v="5" actId="14100"/>
          <ac:picMkLst>
            <pc:docMk/>
            <pc:sldMk cId="1352302392" sldId="335"/>
            <ac:picMk id="7" creationId="{3B3F38D3-32BD-A661-0DAD-D2FA94714914}"/>
          </ac:picMkLst>
        </pc:picChg>
      </pc:sldChg>
      <pc:sldChg chg="addSp modSp mod">
        <pc:chgData name="bommadiarchana@gmail.com" userId="c6964b16615617ec" providerId="LiveId" clId="{6A44F022-11D7-4489-B15A-36EDDB4472D0}" dt="2026-08-03T17:09:54.669" v="9" actId="1076"/>
        <pc:sldMkLst>
          <pc:docMk/>
          <pc:sldMk cId="459420097" sldId="336"/>
        </pc:sldMkLst>
        <pc:picChg chg="add mod">
          <ac:chgData name="bommadiarchana@gmail.com" userId="c6964b16615617ec" providerId="LiveId" clId="{6A44F022-11D7-4489-B15A-36EDDB4472D0}" dt="2026-08-03T17:09:54.669" v="9" actId="1076"/>
          <ac:picMkLst>
            <pc:docMk/>
            <pc:sldMk cId="459420097" sldId="336"/>
            <ac:picMk id="5" creationId="{60D361F1-BA01-BAEF-573B-FB4AA6AFA45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F705D-7CD0-447C-991B-E641C96EA9AA}" type="datetimeFigureOut">
              <a:rPr lang="en-IN" smtClean="0"/>
              <a:pPr/>
              <a:t>25-08-2026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3F6C89-D666-4C01-BF70-8DD520025F52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63321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83006-27E9-41AE-8A12-E6C67A5C8134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39483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157DCE-9615-6B92-2B35-884A0DD40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D06E4CD-34FF-8D6E-C406-00C620648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FBBE35-5C1D-A3F5-D6EF-483F0EFD3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01F0-FBAD-4C1E-B64C-3B7653538B1E}" type="datetimeFigureOut">
              <a:rPr lang="en-IN" smtClean="0"/>
              <a:pPr/>
              <a:t>25-08-2026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0BC9EB3-8D3C-54B4-A5FB-14E05885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0199E5A-BEDF-391E-457B-A84B2E34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748165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8C5665-B4A2-BB95-F43A-E999E164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39C208-F076-05D9-7225-8BD86C0C6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EB97A87-E998-6AFD-9BA8-5EA03128F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01F0-FBAD-4C1E-B64C-3B7653538B1E}" type="datetimeFigureOut">
              <a:rPr lang="en-IN" smtClean="0"/>
              <a:pPr/>
              <a:t>25-08-2026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A253A95-5F9C-2A2A-6E34-C8811DBF6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F97247F-144B-C220-CADF-CE19A564E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191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1C0D56-A916-66B3-875A-F100D00D4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7148B3B-B981-598F-6FA9-D49AD6BF7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D234029-A9B3-51F4-2D27-FC4F94F42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01F0-FBAD-4C1E-B64C-3B7653538B1E}" type="datetimeFigureOut">
              <a:rPr lang="en-IN" smtClean="0"/>
              <a:pPr/>
              <a:t>25-08-2026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94B2D90-D7EB-9E4A-79CA-5BC0073C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B57975-72EA-EAD0-ED0C-0FA3BA1E5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34976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B736FD-450C-900F-966D-3FE3453CD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D47AE8-A29E-82F1-9873-B5C717954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EE930E0-FC41-D189-2915-274320333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C4DA80C-DEAC-AE57-95F0-AC09B60A4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01F0-FBAD-4C1E-B64C-3B7653538B1E}" type="datetimeFigureOut">
              <a:rPr lang="en-IN" smtClean="0"/>
              <a:pPr/>
              <a:t>25-08-2026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189AFE5-F17A-382E-3454-1973AD46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3B39697-FE5E-8F70-EA1A-BCB1FF3A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2740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3D4A4B-F61C-5BC4-2D71-C826BE22C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8FB398A-98A0-4334-4A87-737E799A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43A911A-F573-3FBA-B5AC-855E0F9E6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1F7D9DF-0CE6-D223-C991-DF91B2592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BDE89F6-4661-3F38-8675-B0D133A5C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D958EA8-14D8-A883-2F66-C177BAE86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01F0-FBAD-4C1E-B64C-3B7653538B1E}" type="datetimeFigureOut">
              <a:rPr lang="en-IN" smtClean="0"/>
              <a:pPr/>
              <a:t>25-08-2026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2ADC0D3-61E1-F1F4-A95A-37BEE6E40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B2C3969-94CE-6F42-329E-1632E38B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88496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D722DE-90CA-A15B-945D-8CBC7C5A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C99C173-6BEB-824E-27EC-2D543F685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01F0-FBAD-4C1E-B64C-3B7653538B1E}" type="datetimeFigureOut">
              <a:rPr lang="en-IN" smtClean="0"/>
              <a:pPr/>
              <a:t>25-08-2026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10621C1-DED5-92B6-EEB5-F98562646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4F7C9E0-BE2C-6782-6F38-FEC40F670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558589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88AB865-801F-046D-D14A-6F74BC68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01F0-FBAD-4C1E-B64C-3B7653538B1E}" type="datetimeFigureOut">
              <a:rPr lang="en-IN" smtClean="0"/>
              <a:pPr/>
              <a:t>25-08-2026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21AA18E-978E-D02F-2345-427E8F40E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FC10728-5271-51D4-7746-850F0C44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70449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24F010-154C-9B18-4466-30A9CE72F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117ECE-F1CF-41D4-F5A7-9195C586B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EA97523-44CA-85E2-283A-C853E3D34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FD33789-14DA-1543-E3D4-4BA42DF5B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01F0-FBAD-4C1E-B64C-3B7653538B1E}" type="datetimeFigureOut">
              <a:rPr lang="en-IN" smtClean="0"/>
              <a:pPr/>
              <a:t>25-08-2026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63D1281-095D-65DA-98C3-291397F61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C125BA4-C3FC-E404-2FE1-AE5E4DB5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748723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0C05D0-4B79-D765-2332-965AE9CA0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EFFF9D0-FB44-2043-BD8E-B81B048ECD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519EEBC-D246-73DD-DBB9-21E81F7FE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21DC05A-74B1-60FA-AE0C-CF37E7A7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01F0-FBAD-4C1E-B64C-3B7653538B1E}" type="datetimeFigureOut">
              <a:rPr lang="en-IN" smtClean="0"/>
              <a:pPr/>
              <a:t>25-08-2026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779E2E5-5FD5-5629-15AE-83B4DE5A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62EAE21-1303-246E-8DDF-560086FEA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02883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75B42A-81FE-1388-A2A3-57BCBC9BB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0302D47-3183-A3A7-CACC-6310F8A5D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C96487E-77FB-37AF-A06A-235BDC4A0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01F0-FBAD-4C1E-B64C-3B7653538B1E}" type="datetimeFigureOut">
              <a:rPr lang="en-IN" smtClean="0"/>
              <a:pPr/>
              <a:t>25-08-2026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F5FC792-E83B-70CA-0370-63D7797E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2C6192D-601E-3571-B77E-1B95D3B7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5779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93A9746-8DB5-A7E5-D3D5-C3DB404E7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EB1BC0E-C7E7-5882-2A39-CD3189A95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7AEAD1-5A6A-361A-13A4-EFC65E34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01F0-FBAD-4C1E-B64C-3B7653538B1E}" type="datetimeFigureOut">
              <a:rPr lang="en-IN" smtClean="0"/>
              <a:pPr/>
              <a:t>25-08-2026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43C3EB8-F349-CB1A-D599-191D63554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1798EA-3C2E-C760-9D21-51AF89F95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01F5-6537-4A0A-8CB8-60BD59C4BF2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2447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AF90D12-7370-A816-28AB-0835F548B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61470A7-16E3-C239-5016-49813C70B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4BDC87D-B370-3B29-B062-A5D69B49D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501F0-FBAD-4C1E-B64C-3B7653538B1E}" type="datetimeFigureOut">
              <a:rPr lang="en-IN" smtClean="0"/>
              <a:pPr/>
              <a:t>25-08-2026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660D077-A499-859D-D1FE-C6FFD9EE8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BD2E752-4611-CB6B-7C0C-AE2ED1A85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201F5-6537-4A0A-8CB8-60BD59C4BF21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54834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4DBA4BF-11E7-3A8D-7359-699C626F6810}"/>
              </a:ext>
            </a:extLst>
          </p:cNvPr>
          <p:cNvSpPr txBox="1"/>
          <p:nvPr/>
        </p:nvSpPr>
        <p:spPr>
          <a:xfrm>
            <a:off x="2051135" y="2124146"/>
            <a:ext cx="75937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Field Sensors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14D315CD-AE81-DE00-DFBF-4657C3C342E5}"/>
              </a:ext>
            </a:extLst>
          </p:cNvPr>
          <p:cNvSpPr txBox="1"/>
          <p:nvPr/>
        </p:nvSpPr>
        <p:spPr>
          <a:xfrm>
            <a:off x="7634067" y="4562245"/>
            <a:ext cx="45579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Kamalli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Shree V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(192525030)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90;p13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xmlns="" id="{FD14A6F2-841D-0DDE-3652-0BEDC33B76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420" y="145084"/>
            <a:ext cx="11871158" cy="13788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834FEF6-5999-0BF5-452D-9A694EE6F6A6}"/>
              </a:ext>
            </a:extLst>
          </p:cNvPr>
          <p:cNvSpPr txBox="1"/>
          <p:nvPr/>
        </p:nvSpPr>
        <p:spPr>
          <a:xfrm>
            <a:off x="3301219" y="3353579"/>
            <a:ext cx="52799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MLA 0103 – Artificial Intelligence And Expert Systems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5AE2701-F965-D3BD-1275-F787A58FD000}"/>
              </a:ext>
            </a:extLst>
          </p:cNvPr>
          <p:cNvSpPr txBox="1"/>
          <p:nvPr/>
        </p:nvSpPr>
        <p:spPr>
          <a:xfrm>
            <a:off x="1170039" y="4688854"/>
            <a:ext cx="2389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Guided By : </a:t>
            </a:r>
            <a:r>
              <a:rPr lang="en-IN" sz="24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Dr.Prakash.M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2509321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7A10EC-27C4-F6D3-ABEE-E2D8047D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DA35160-9603-AEF7-88DF-431FFF9E2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7129" y="281705"/>
            <a:ext cx="7858391" cy="590491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US" sz="28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What is a Magnetic Field Sensor?</a:t>
            </a:r>
            <a:endParaRPr lang="en-US" sz="28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xmlns="" id="{C05ED787-7229-E51E-29A8-A19AF0731EF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5"/>
            <a:ext cx="1135380" cy="1001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xmlns="" id="{434E3BD3-64B0-CA83-8D93-16B57D66D7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7536" y="180524"/>
            <a:ext cx="1520190" cy="97302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89DB0FD-0FC8-AA3B-A66E-7752F17A5FE3}"/>
              </a:ext>
            </a:extLst>
          </p:cNvPr>
          <p:cNvSpPr txBox="1"/>
          <p:nvPr/>
        </p:nvSpPr>
        <p:spPr>
          <a:xfrm>
            <a:off x="827756" y="1137905"/>
            <a:ext cx="1042394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3550" indent="-4635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magnetic field sensor is a device that detects magnetic fields and measures their strength or direction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63550" indent="-4635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can detect the presence or movement of a magnet or magnetic object without physical contact.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63550" indent="-4635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Common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sensing technologies include: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633413" indent="-23971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Hall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Effect sensors </a:t>
            </a:r>
          </a:p>
          <a:p>
            <a:pPr marL="633413" indent="-23971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Magnetoresistive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sensors </a:t>
            </a:r>
          </a:p>
          <a:p>
            <a:pPr marL="633413" indent="-23971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Magnetometers </a:t>
            </a:r>
          </a:p>
          <a:p>
            <a:pPr marL="463550" indent="-4635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sensor converts the detected magnetic field into an electrical signal that can be processed by an electronic system.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19129" y="3271810"/>
            <a:ext cx="1980008" cy="1565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669975" y="3260785"/>
            <a:ext cx="2310811" cy="1624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89301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7A10EC-27C4-F6D3-ABEE-E2D8047D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DA35160-9603-AEF7-88DF-431FFF9E2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7129" y="281705"/>
            <a:ext cx="7858391" cy="590491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US" sz="28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Functionality of the Sensor</a:t>
            </a:r>
            <a:endParaRPr lang="en-US" sz="28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xmlns="" id="{C05ED787-7229-E51E-29A8-A19AF0731EF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5"/>
            <a:ext cx="1135380" cy="1001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xmlns="" id="{434E3BD3-64B0-CA83-8D93-16B57D66D7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7536" y="180524"/>
            <a:ext cx="1520190" cy="97302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89DB0FD-0FC8-AA3B-A66E-7752F17A5FE3}"/>
              </a:ext>
            </a:extLst>
          </p:cNvPr>
          <p:cNvSpPr txBox="1"/>
          <p:nvPr/>
        </p:nvSpPr>
        <p:spPr>
          <a:xfrm>
            <a:off x="300218" y="1401535"/>
            <a:ext cx="6927059" cy="5078313"/>
          </a:xfrm>
          <a:prstGeom prst="rect">
            <a:avLst/>
          </a:prstGeom>
          <a:noFill/>
          <a:ln w="25400" cmpd="thickThin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63550" indent="-4635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sensor detects a magnetic field using a sensing element such as a Hall-effect sensor or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magnetoresistive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sensor.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63550" indent="-4635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magnet or magnetic field is nearby, the sensor produces a change in voltage or resistance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63550" indent="-4635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electrical change is processed by a circuit or microcontroller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63550" indent="-4635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system then determines the position, speed, direction, or movement of the object.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4"/>
          <a:srcRect t="7736"/>
          <a:stretch>
            <a:fillRect/>
          </a:stretch>
        </p:blipFill>
        <p:spPr bwMode="auto">
          <a:xfrm>
            <a:off x="7460055" y="1587261"/>
            <a:ext cx="4490519" cy="4356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89301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7A10EC-27C4-F6D3-ABEE-E2D8047D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DA35160-9603-AEF7-88DF-431FFF9E2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7129" y="281705"/>
            <a:ext cx="7858391" cy="590491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US" sz="28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Where and How Is It Used?</a:t>
            </a:r>
            <a:endParaRPr lang="en-US" sz="28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xmlns="" id="{C05ED787-7229-E51E-29A8-A19AF0731EF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5"/>
            <a:ext cx="1135380" cy="1001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2;p1">
            <a:extLst>
              <a:ext uri="{FF2B5EF4-FFF2-40B4-BE49-F238E27FC236}">
                <a16:creationId xmlns:a16="http://schemas.microsoft.com/office/drawing/2014/main" xmlns="" id="{434E3BD3-64B0-CA83-8D93-16B57D66D7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7536" y="180524"/>
            <a:ext cx="1520190" cy="97302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36430" y="1248508"/>
          <a:ext cx="9249508" cy="5394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624754"/>
                <a:gridCol w="4624754"/>
              </a:tblGrid>
              <a:tr h="3942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How it is used</a:t>
                      </a:r>
                    </a:p>
                  </a:txBody>
                  <a:tcPr anchor="ctr"/>
                </a:tc>
              </a:tr>
              <a:tr h="7707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Automobiles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Detect wheel rotation and engine position</a:t>
                      </a:r>
                    </a:p>
                  </a:txBody>
                  <a:tcPr anchor="ctr"/>
                </a:tc>
              </a:tr>
              <a:tr h="7707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Smartphones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Detect Earth's magnetic field for compass applications</a:t>
                      </a:r>
                    </a:p>
                  </a:txBody>
                  <a:tcPr anchor="ctr"/>
                </a:tc>
              </a:tr>
              <a:tr h="7707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Electric </a:t>
                      </a: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Motors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Detect rotor position and control motor operation</a:t>
                      </a:r>
                    </a:p>
                  </a:txBody>
                  <a:tcPr anchor="ctr"/>
                </a:tc>
              </a:tr>
              <a:tr h="7707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Security </a:t>
                      </a: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Detect whether doors or windows are open/closed</a:t>
                      </a:r>
                    </a:p>
                  </a:txBody>
                  <a:tcPr anchor="ctr"/>
                </a:tc>
              </a:tr>
              <a:tr h="3942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Industrial </a:t>
                      </a: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Detect object position and movement</a:t>
                      </a:r>
                    </a:p>
                  </a:txBody>
                  <a:tcPr anchor="ctr"/>
                </a:tc>
              </a:tr>
              <a:tr h="7707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Speedometers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Count magnetic pulses to calculate speed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989301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EB22A93-633A-CBD6-C8FC-4ECB2E39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1;p1">
            <a:extLst>
              <a:ext uri="{FF2B5EF4-FFF2-40B4-BE49-F238E27FC236}">
                <a16:creationId xmlns:a16="http://schemas.microsoft.com/office/drawing/2014/main" xmlns="" id="{6DF8B300-F35C-5595-6586-D1586E69FD3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4" y="180524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62;p1">
            <a:extLst>
              <a:ext uri="{FF2B5EF4-FFF2-40B4-BE49-F238E27FC236}">
                <a16:creationId xmlns:a16="http://schemas.microsoft.com/office/drawing/2014/main" xmlns="" id="{D06C27F7-5FAE-D8A2-834D-F765FA9585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7536" y="180523"/>
            <a:ext cx="152019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Thank You Blue Images – Browse 258,071 Stock Photos, Vectors, and Video | Adobe Stock">
            <a:extLst>
              <a:ext uri="{FF2B5EF4-FFF2-40B4-BE49-F238E27FC236}">
                <a16:creationId xmlns:a16="http://schemas.microsoft.com/office/drawing/2014/main" xmlns="" id="{E7FB3C1E-092D-4F64-D3E1-0712B2F0D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1529" y="1337187"/>
            <a:ext cx="7388942" cy="492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2945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1541</TotalTime>
  <Words>231</Words>
  <Application>Microsoft Office PowerPoint</Application>
  <PresentationFormat>Custom</PresentationFormat>
  <Paragraphs>34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SAHASRA MEDARAMETLA</dc:creator>
  <cp:lastModifiedBy>Admin</cp:lastModifiedBy>
  <cp:revision>30</cp:revision>
  <dcterms:created xsi:type="dcterms:W3CDTF">2026-02-13T18:58:16Z</dcterms:created>
  <dcterms:modified xsi:type="dcterms:W3CDTF">2026-08-25T04:29:39Z</dcterms:modified>
</cp:coreProperties>
</file>